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365760"/>
            <a:ext cx="1005840" cy="100584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GLOBALPAY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190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Architecture &amp; Engineering Deliverables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396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mandatory diagrams, numbered exactly as listed in the exam brief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468880"/>
          <a:ext cx="9601200" cy="4160520"/>
        </p:xfrm>
        <a:graphic>
          <a:graphicData uri="http://schemas.openxmlformats.org/drawingml/2006/table">
            <a:tbl>
              <a:tblPr/>
              <a:tblGrid>
                <a:gridCol w="640080"/>
                <a:gridCol w="6217920"/>
                <a:gridCol w="27432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in Stage 1 deck?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Financial Technology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Solution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here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System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here only (composite index)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Wallet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(Module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(Module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Banking API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(Module 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Fraud Detection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(Module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CBDC Simulation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here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Network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Flow Diagram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(combined in Module 11)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Flow Diagram (Level 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(combined)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Flow Diagram (Level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(combined)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Payment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(combined in Module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(combined in Module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Banking API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(combined in Module 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ERD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Diagram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here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>
                    <a:lnL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Financial Technology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five modules connect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86868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02412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Wallets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126187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0" y="86868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102412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Payments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44384" y="126187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DSS, ISO 20022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98424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Fraud AI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222199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42001, NIST AI RMF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8288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4384" y="198424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Open Banking / CBDC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44384" y="222199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Open Banking Std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0" y="1082650"/>
            <a:ext cx="365760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023360" y="8321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check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3383280" y="1581912"/>
            <a:ext cx="4754880" cy="246888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834640" y="1600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stream / decision feedback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V="1">
            <a:off x="8778240" y="1581912"/>
            <a:ext cx="182880" cy="246888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858000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 (PIS)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724912"/>
            <a:ext cx="10424160" cy="530352"/>
          </a:xfrm>
          <a:prstGeom prst="roundRect">
            <a:avLst>
              <a:gd name="adj" fmla="val 13793"/>
            </a:avLst>
          </a:prstGeom>
          <a:solidFill>
            <a:srgbClr val="3A2E6E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770632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single source of truth for all 5 modules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300837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cache / rate-limit / idempotency only — never the source of truth for a balance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40280" y="1581912"/>
            <a:ext cx="9144" cy="1143000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81160" y="1581912"/>
            <a:ext cx="9144" cy="1143000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40280" y="2542032"/>
            <a:ext cx="9144" cy="182880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81160" y="2542032"/>
            <a:ext cx="9144" cy="182880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69080" y="356616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372160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Executive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23944" y="395935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leadership — read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3255264"/>
            <a:ext cx="9144" cy="310896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11880" y="32735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— KPIs, alerts, activity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434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14600" y="4434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34056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80560" y="4434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0016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4434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65976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Bank/CBDC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412480" y="4434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31936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47548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1–4 write to PostgreSQL; Module 5 reads only; only the named service calls above cross module boundaries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Solution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platform 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376172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1613916"/>
            <a:ext cx="8119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customer, merchant, ops &amp; executive portals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9144" cy="18288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2860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610612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" y="2848356"/>
            <a:ext cx="8119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wallets, payments, fraud, open banking, 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9144" cy="18288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52044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845052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" y="4082796"/>
            <a:ext cx="8119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(system of record) + Redis (cache)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1051560"/>
            <a:ext cx="1920240" cy="3520440"/>
          </a:xfrm>
          <a:prstGeom prst="roundRect">
            <a:avLst>
              <a:gd name="adj" fmla="val 3810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0" y="146304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/ 27017 / 27018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v4.0*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+ API Top 10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/ NIST AI RMF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+ CIS Controls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2019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controls apply across the presentation, API and data layers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System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implementation modules and their primary responsibilities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1435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0515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-&gt; FastAPI (auth, customers, wallets, merchants) -&gt; 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2304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92024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92024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transaction engine, double-entry ledger -&gt; ledger tables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68880" y="278892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78892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-&gt; Logistic Regression -&gt; risk scoring -&gt; human 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Banking/CBDC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365760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6576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AIS/PIS APIs, CBDC API, activity monitoring -&gt; separate CBDC ledger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4910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68880" y="452628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452628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aggregator across Modules 1-4 -&gt; executive reports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440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follows the shared React, FastAPI and PostgreSQL architecture with common security, audit and reporting controls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Wallet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wallet creation, balance operations, merchant accounts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0565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4301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037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51576" y="1289304"/>
            <a:ext cx="9144" cy="128016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" y="1417320"/>
            <a:ext cx="1042416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444752"/>
            <a:ext cx="10314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1645920"/>
            <a:ext cx="10314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wallet, merchant portal, reports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51576" y="1801368"/>
            <a:ext cx="9144" cy="11887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" y="1920240"/>
            <a:ext cx="1042416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19751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auth, customers, wallets (ISO 27001 baseline)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Identity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bearer, RBAC, consent scopes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3613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100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svc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9100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KYC status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9561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048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svc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5048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3613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9100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svc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9100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9561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5048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svc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5048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KPIs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51576" y="3200400"/>
            <a:ext cx="9144" cy="7315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66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84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32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201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50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activity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919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467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" y="365760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hashing + encrypted/masked PII fields — ISO 27018, COBIT 2019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2024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assurance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 flipH="1">
            <a:off x="539496" y="17465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37160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2024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customer PII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 flipH="1">
            <a:off x="539496" y="33467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451592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06456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06456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451592" y="17465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0451592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06456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+ API Top 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06456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controls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451592" y="33467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548640" y="598932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and identity operations write directly to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Processing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double-entry ledger, transfers, merchant charges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0565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4301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037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51576" y="1289304"/>
            <a:ext cx="9144" cy="128016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" y="1417320"/>
            <a:ext cx="1042416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444752"/>
            <a:ext cx="10314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1645920"/>
            <a:ext cx="10314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transfer, view history, dashboards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51576" y="1801368"/>
            <a:ext cx="9144" cy="11887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" y="1920240"/>
            <a:ext cx="1042416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19751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payments (PCI DSS conceptual alignment, ISO 20022)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svc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controls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3613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100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engine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9100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9561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048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svc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5048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svc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transfers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3613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9100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svc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9100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POS/API charges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9561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5048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svc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5048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51576" y="3200400"/>
            <a:ext cx="9144" cy="7315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66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84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32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201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50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919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467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merch_pay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" y="365760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+ append-oriented audit trail — two balanced debit/credit ledger rows per payment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2024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vocabulary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 flipH="1">
            <a:off x="539496" y="17465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37160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v4.0*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2024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alignment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 flipH="1">
            <a:off x="539496" y="33467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451592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06456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06456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451592" y="17465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0451592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06456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+ API Top 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06456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controls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451592" y="33467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548640" y="598932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 to Module 3 for fraud scoring — the only true module-to-module call besides Module 4's PIS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Banking API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 &amp; payment initiation APIs, CBDC wallet ops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0565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(sim)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4301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037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51576" y="1289304"/>
            <a:ext cx="9144" cy="128016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" y="1417320"/>
            <a:ext cx="1042416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444752"/>
            <a:ext cx="10314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operations console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1645920"/>
            <a:ext cx="10314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health &amp; reports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51576" y="1801368"/>
            <a:ext cx="9144" cy="11887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" y="1920240"/>
            <a:ext cx="1042416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19751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open_banking, cbdc (Open Banking Std, OAuth2/JWT)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AIS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3613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100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9100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PIS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9561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048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5048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ops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record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3613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9100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9100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Uptime/latency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9561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5048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svc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5048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reports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51576" y="3200400"/>
            <a:ext cx="9144" cy="7315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66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api_calls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84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32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cbdc_wallets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201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50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cbdc_ops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919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467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" y="365760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consent scopes — every call logged, every consent revocable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Std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2024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AIS/PIS API rules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 flipH="1">
            <a:off x="539496" y="17465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37160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consent scopes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2024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lifecycle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 flipH="1">
            <a:off x="539496" y="33467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451592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06456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06456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messaging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451592" y="17465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0451592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06456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+ API Top 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06456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controls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451592" y="33467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548640" y="598932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reuses Module 2 transfer logic; CBDC wallet and operation records remain separate from commercial wallets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Fraud Detection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classification, mandatory human review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0565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4301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0376" y="9601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96012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51576" y="1289304"/>
            <a:ext cx="9144" cy="128016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" y="1417320"/>
            <a:ext cx="1042416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444752"/>
            <a:ext cx="10314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ops console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1645920"/>
            <a:ext cx="10314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queue, case review, model KPIs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51576" y="1801368"/>
            <a:ext cx="9144" cy="11887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" y="1920240"/>
            <a:ext cx="10424160" cy="1920240"/>
          </a:xfrm>
          <a:prstGeom prst="roundRect">
            <a:avLst>
              <a:gd name="adj" fmla="val 4762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1975104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fraud (ISO 42001, NIST AI RMF)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signals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3613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100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9100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95616" y="2212848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0480" y="2240280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50480" y="2478024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svc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alert 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3613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9100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9100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95616" y="2743200"/>
            <a:ext cx="3230880" cy="457200"/>
          </a:xfrm>
          <a:prstGeom prst="roundRect">
            <a:avLst>
              <a:gd name="adj" fmla="val 12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50480" y="2770632"/>
            <a:ext cx="3121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50480" y="3008376"/>
            <a:ext cx="312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metrics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51576" y="3200400"/>
            <a:ext cx="9144" cy="7315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66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fraud_alerts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84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32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2015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502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model_registry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91906" y="3273552"/>
            <a:ext cx="2434590" cy="310896"/>
          </a:xfrm>
          <a:prstGeom prst="roundRect">
            <a:avLst>
              <a:gd name="adj" fmla="val 1764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46770" y="3273552"/>
            <a:ext cx="23248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" y="365760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auto-block — human review is a project control aligned with ISO 42001 / NIST AI RMF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2024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system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 flipH="1">
            <a:off x="539496" y="17465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37160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2024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Govern/Map/Measure/Manage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 flipH="1">
            <a:off x="539496" y="3346704"/>
            <a:ext cx="11978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451592" y="14630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06456" y="15453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control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506456" y="17830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blocking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451592" y="17465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0451592" y="30632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06456" y="314553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2019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06456" y="338328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451592" y="3346704"/>
            <a:ext cx="512064" cy="9144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548640" y="598932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to fraud/risk/compliance teams only — never shown to customers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CBDC Simulation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 from the commercial wallet ledger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5276" y="24688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140" y="246888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(sim)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94076" y="2944368"/>
            <a:ext cx="22860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22676" y="24688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7540" y="246888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API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51476" y="2944368"/>
            <a:ext cx="22860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80076" y="24688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4940" y="246888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 records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08876" y="2944368"/>
            <a:ext cx="22860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37476" y="24688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2340" y="246888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reporting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6276" y="2944368"/>
            <a:ext cx="22860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94876" y="24688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49740" y="246888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65276" y="388620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reads cbdc_wallets and cbdc_operations; these records remain separate from commercial wallet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005840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0698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OAuth2/JWT, ISO 20022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" y="130759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messaging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1280160"/>
            <a:ext cx="928116" cy="1188720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966960" y="1005840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F8DCEA"/>
          </a:solidFill>
          <a:ln w="12700">
            <a:solidFill>
              <a:srgbClr val="C96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21824" y="10698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2019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21824" y="130759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flipH="1">
            <a:off x="7237476" y="1280160"/>
            <a:ext cx="2729484" cy="1188720"/>
          </a:xfrm>
          <a:prstGeom prst="line">
            <a:avLst/>
          </a:prstGeom>
          <a:noFill/>
          <a:ln w="12700">
            <a:solidFill>
              <a:srgbClr val="C96FA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48640" y="457200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Central-bank money is never mixed with commercial wallet balances — this table separation is the audit boundary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Network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 — 6 containers on one Docker network (globalpay-net)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8686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8686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web 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252728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138988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41732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(frontend:80)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92624" y="165506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3000 -&gt; 80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792224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1929384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95681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(backend:8000)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92624" y="219456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Correlation-ID, security headers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2331720"/>
            <a:ext cx="9144" cy="155448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2487168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5117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globalpay-net — 9 routers, 5 conceptual modules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43000" y="28346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97864" y="2862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customers, wallets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97864" y="309981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26280" y="28346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2862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fraud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81144" y="309981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2-3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9560" y="28346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4424" y="2862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open_banking, cbdc,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64424" y="309981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4-5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97480" y="3291840"/>
            <a:ext cx="1828800" cy="27432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4526280" y="3291840"/>
            <a:ext cx="1554480" cy="27432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1" name="Shape 30 cache connection"/>
          <p:cNvSpPr/>
          <p:nvPr/>
        </p:nvSpPr>
        <p:spPr>
          <a:xfrm>
            <a:off x="6080760" y="3291840"/>
            <a:ext cx="1554480" cy="27432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7635240" y="3291840"/>
            <a:ext cx="1828800" cy="27432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154680" y="356616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9544" y="3593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(16-alpine)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9544" y="383133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56616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3593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(7-alpine)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18504" y="383133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rate-limit only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23960" y="3977640"/>
            <a:ext cx="2194560" cy="201168"/>
          </a:xfrm>
          <a:prstGeom prst="roundRect">
            <a:avLst>
              <a:gd name="adj" fmla="val 27273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78824" y="39776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:9090 + Grafana :3001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4251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never holds the authoritative wallet balance — Postgres is the single source of truth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Flow Diagram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request traverses the network tier by tier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Hit Nginx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Filter/serve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27148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73452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8316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Proxy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8316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74236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20540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5404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Correlate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5404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assigned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1324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67628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2492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2492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logic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8412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14716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Query DB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9580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15500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6180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666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1666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+ JSON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— Level 0 (Context)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as a single process, with its external entities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27448" y="2514600"/>
            <a:ext cx="2743200" cy="146304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2514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GlobalPay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86868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86868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86868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984" y="86868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470916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470916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15984" y="470916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bank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(sim)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7448" y="502920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50292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74520" y="1600200"/>
            <a:ext cx="5596128" cy="237744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2" name="Shape 20"/>
          <p:cNvSpPr/>
          <p:nvPr/>
        </p:nvSpPr>
        <p:spPr>
          <a:xfrm flipH="1">
            <a:off x="4727448" y="1600200"/>
            <a:ext cx="5559552" cy="237744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3" name="Shape 21"/>
          <p:cNvSpPr/>
          <p:nvPr/>
        </p:nvSpPr>
        <p:spPr>
          <a:xfrm flipV="1">
            <a:off x="1874520" y="2514600"/>
            <a:ext cx="5596128" cy="219456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4" name="Shape 22"/>
          <p:cNvSpPr/>
          <p:nvPr/>
        </p:nvSpPr>
        <p:spPr>
          <a:xfrm flipH="1" flipV="1">
            <a:off x="4727448" y="2514600"/>
            <a:ext cx="5559552" cy="219456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5" name="Shape 23"/>
          <p:cNvSpPr/>
          <p:nvPr/>
        </p:nvSpPr>
        <p:spPr>
          <a:xfrm flipV="1">
            <a:off x="6053328" y="2514600"/>
            <a:ext cx="1417320" cy="2514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548640" y="1645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payments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61120" y="1645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Settlements, reports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case decisions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61120" y="3977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AIS/PIS calls, CBDC ops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47091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exec reports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— Level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decomposed into its five core processes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" y="118872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16936" y="118872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6936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11496" y="118872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06056" y="118872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06056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CBDC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0616" y="118872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0616" y="1188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" y="246888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24688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customers/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05356" y="2057400"/>
            <a:ext cx="9144" cy="41148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22" name="Shape 20"/>
          <p:cNvSpPr/>
          <p:nvPr/>
        </p:nvSpPr>
        <p:spPr>
          <a:xfrm>
            <a:off x="2916936" y="246888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4688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transactions/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99916" y="2057400"/>
            <a:ext cx="9144" cy="41148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25" name="Shape 23"/>
          <p:cNvSpPr/>
          <p:nvPr/>
        </p:nvSpPr>
        <p:spPr>
          <a:xfrm>
            <a:off x="5111496" y="246888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496" y="24688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alerts/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94476" y="2057400"/>
            <a:ext cx="9144" cy="41148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28" name="Shape 26"/>
          <p:cNvSpPr/>
          <p:nvPr/>
        </p:nvSpPr>
        <p:spPr>
          <a:xfrm>
            <a:off x="7306056" y="246888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06056" y="24688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api_calls/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cbdc_ops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89036" y="2057400"/>
            <a:ext cx="9144" cy="41148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31" name="Shape 29"/>
          <p:cNvSpPr/>
          <p:nvPr/>
        </p:nvSpPr>
        <p:spPr>
          <a:xfrm>
            <a:off x="9500616" y="246888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0616" y="24688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live KPI/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483596" y="2057400"/>
            <a:ext cx="9144" cy="41148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34" name="Shape 32"/>
          <p:cNvSpPr/>
          <p:nvPr/>
        </p:nvSpPr>
        <p:spPr>
          <a:xfrm>
            <a:off x="274320" y="420624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42062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Merchant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flipH="1" flipV="1">
            <a:off x="1179576" y="2057400"/>
            <a:ext cx="9144" cy="214884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37" name="Shape 35"/>
          <p:cNvSpPr/>
          <p:nvPr/>
        </p:nvSpPr>
        <p:spPr>
          <a:xfrm>
            <a:off x="10058400" y="420624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13264" y="42062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 / Exec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flipH="1">
            <a:off x="10972800" y="2057400"/>
            <a:ext cx="36576" cy="2148840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none"/>
            <a:tailEnd type="triangle" w="lg" len="lg"/>
          </a:ln>
        </p:spPr>
      </p:sp>
      <p:sp>
        <p:nvSpPr>
          <p:cNvPr id="40" name="Shape 38"/>
          <p:cNvSpPr/>
          <p:nvPr/>
        </p:nvSpPr>
        <p:spPr>
          <a:xfrm>
            <a:off x="4882896" y="1463040"/>
            <a:ext cx="228600" cy="9144"/>
          </a:xfrm>
          <a:prstGeom prst="line">
            <a:avLst/>
          </a:prstGeom>
          <a:noFill/>
          <a:ln w="25400">
            <a:solidFill>
              <a:srgbClr val="59627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41" name="Text 39"/>
          <p:cNvSpPr/>
          <p:nvPr/>
        </p:nvSpPr>
        <p:spPr>
          <a:xfrm>
            <a:off x="4608576" y="9509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stream / decision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flipV="1">
            <a:off x="1705356" y="2057400"/>
            <a:ext cx="8778240" cy="978408"/>
          </a:xfrm>
          <a:prstGeom prst="line">
            <a:avLst/>
          </a:prstGeom>
          <a:noFill/>
          <a:ln w="25400">
            <a:solidFill>
              <a:srgbClr val="596273"/>
            </a:solidFill>
            <a:prstDash val="dash"/>
            <a:headEnd type="none"/>
            <a:tailEnd type="triangle" w="lg" len="lg"/>
          </a:ln>
        </p:spPr>
      </p:sp>
      <p:sp>
        <p:nvSpPr>
          <p:cNvPr id="43" name="Shape 41"/>
          <p:cNvSpPr/>
          <p:nvPr/>
        </p:nvSpPr>
        <p:spPr>
          <a:xfrm flipV="1">
            <a:off x="3899916" y="2057400"/>
            <a:ext cx="6583680" cy="978408"/>
          </a:xfrm>
          <a:prstGeom prst="line">
            <a:avLst/>
          </a:prstGeom>
          <a:noFill/>
          <a:ln w="25400">
            <a:solidFill>
              <a:srgbClr val="596273"/>
            </a:solidFill>
            <a:prstDash val="dash"/>
            <a:headEnd type="none"/>
            <a:tailEnd type="triangle" w="lg" len="lg"/>
          </a:ln>
        </p:spPr>
      </p:sp>
      <p:sp>
        <p:nvSpPr>
          <p:cNvPr id="44" name="Shape 42"/>
          <p:cNvSpPr/>
          <p:nvPr/>
        </p:nvSpPr>
        <p:spPr>
          <a:xfrm flipV="1">
            <a:off x="6094476" y="2057400"/>
            <a:ext cx="4389120" cy="978408"/>
          </a:xfrm>
          <a:prstGeom prst="line">
            <a:avLst/>
          </a:prstGeom>
          <a:noFill/>
          <a:ln w="25400">
            <a:solidFill>
              <a:srgbClr val="596273"/>
            </a:solidFill>
            <a:prstDash val="dash"/>
            <a:headEnd type="none"/>
            <a:tailEnd type="triangle" w="lg" len="lg"/>
          </a:ln>
        </p:spPr>
      </p:sp>
      <p:sp>
        <p:nvSpPr>
          <p:cNvPr id="45" name="Shape 43"/>
          <p:cNvSpPr/>
          <p:nvPr/>
        </p:nvSpPr>
        <p:spPr>
          <a:xfrm flipV="1">
            <a:off x="8289036" y="2057400"/>
            <a:ext cx="2194560" cy="978408"/>
          </a:xfrm>
          <a:prstGeom prst="line">
            <a:avLst/>
          </a:prstGeom>
          <a:noFill/>
          <a:ln w="25400">
            <a:solidFill>
              <a:srgbClr val="596273"/>
            </a:solidFill>
            <a:prstDash val="dash"/>
            <a:headEnd type="none"/>
            <a:tailEnd type="triangle" w="lg" len="lg"/>
          </a:ln>
        </p:spPr>
      </p:sp>
      <p:sp>
        <p:nvSpPr>
          <p:cNvPr id="46" name="Text 44"/>
          <p:cNvSpPr/>
          <p:nvPr/>
        </p:nvSpPr>
        <p:spPr>
          <a:xfrm>
            <a:off x="548640" y="49377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arrows: on-demand aggregation from data stores into 5.0 Reporting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Payment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branch shown explicitly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27148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73452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8316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8316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+ PCI DSS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74236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20540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5404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Debit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5404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ledger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1324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67628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2492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2492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ledger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8412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14716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9580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record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15500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6180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666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Notify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1666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73452" y="42062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8316" y="439369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/ insufficient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28316" y="46314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&amp; notify customer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23844" y="3931920"/>
            <a:ext cx="9144" cy="274320"/>
          </a:xfrm>
          <a:prstGeom prst="line">
            <a:avLst/>
          </a:prstGeom>
          <a:noFill/>
          <a:ln w="17780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219956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with mandatory human checkpoint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27148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73452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8316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8316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signals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74236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20540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5404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5404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1324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67628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2492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Flag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2492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8412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14716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9580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decides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15500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6180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666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1666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recorded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20540" y="42062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5404" y="439369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75404" y="46314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alert; payment continues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70932" y="3931920"/>
            <a:ext cx="9144" cy="274320"/>
          </a:xfrm>
          <a:prstGeom prst="line">
            <a:avLst/>
          </a:prstGeom>
          <a:noFill/>
          <a:ln w="1778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067044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Banking API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access to account and payment APIs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asks consent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27148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73452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8316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8316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authorizes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74236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20540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5404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5404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scoped consent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1324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67628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2492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Call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2492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/ PIS / CBDC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8412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14716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9580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recorded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15500" y="3337560"/>
            <a:ext cx="146304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61804" y="2743200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6668" y="31363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Expire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1666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expiry/revoke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Entity Relationship Diagram (ERD)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 from backend/app/models/entities.py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1440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14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" y="117957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role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hashed_pw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2057400" y="91440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1440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914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12264" y="117957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customer_id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kyc_status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840480" y="91440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91440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914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95344" y="117957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merchant_id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business_name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623560" y="91440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91440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914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78424" y="117957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wallet_id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customer/merchant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406640" y="91440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91440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914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61504" y="117957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consent_id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customer_id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scopes, client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9189720" y="91440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91440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914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ApiCall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44584" y="117957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call_id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status_code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274320" y="201168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01168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011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" y="227685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txn_id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sender/receiver_wallet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status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057400" y="201168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7400" y="201168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2011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LedgerEntry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12264" y="227685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entry_id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txn_id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amount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3840480" y="201168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01168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2011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FraudAlert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95344" y="227685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alert_id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txn_id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risk_score, status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5623560" y="201168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23560" y="201168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2011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78424" y="227685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investigation_id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alert_id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reviewer, notes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7406640" y="201168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6640" y="201168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2011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ModelRegistry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61504" y="227685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model_id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metrics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trained_at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9189720" y="2011680"/>
            <a:ext cx="169164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89720" y="201168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89720" y="20116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244584" y="2276856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audit_id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actor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correlation_id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274320" y="3108960"/>
            <a:ext cx="169164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10896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1089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CbdcWallet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29184" y="3374136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cbdc_wallet_id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customer_id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2057400" y="3108960"/>
            <a:ext cx="169164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57400" y="3108960"/>
            <a:ext cx="1691640" cy="237744"/>
          </a:xfrm>
          <a:prstGeom prst="rect">
            <a:avLst/>
          </a:prstGeom>
          <a:solidFill>
            <a:srgbClr val="E8DFF5"/>
          </a:solidFill>
          <a:ln w="13970">
            <a:solidFill>
              <a:srgbClr val="8E6FC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57400" y="31089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CbdcOperation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112264" y="3374136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op_id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cbdc_wallet_id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issue/redeem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1965960" y="138988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749040" y="138988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532120" y="138988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2903220" y="1828800"/>
            <a:ext cx="9144" cy="18288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965960" y="248716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749040" y="248716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5532120" y="248716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7315200" y="2487168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120140" y="2926080"/>
            <a:ext cx="9144" cy="18288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965960" y="3520440"/>
            <a:ext cx="9144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274320" y="42062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-&gt; {Customer, Merchant}; Customer -&gt; {Wallet, Consent, CbdcWallet}; Merchant -&gt; Wallet. Transaction -&gt; {LedgerEntry, FraudAlert -&gt; Investigation}. ModelRegistry and AuditLog are cross-cutting.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— Registration Through Executive Reporting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 across all five modules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75720" y="182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182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" y="868680"/>
            <a:ext cx="13716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1234440"/>
            <a:ext cx="0" cy="50749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148840" y="868680"/>
            <a:ext cx="13716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0" y="1234440"/>
            <a:ext cx="0" cy="50749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43400" y="868680"/>
            <a:ext cx="13716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0" y="1234440"/>
            <a:ext cx="0" cy="50749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355080" y="868680"/>
            <a:ext cx="13716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40880" y="1234440"/>
            <a:ext cx="0" cy="50749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366760" y="868680"/>
            <a:ext cx="13716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52560" y="1234440"/>
            <a:ext cx="0" cy="50749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378440" y="868680"/>
            <a:ext cx="13716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064240" y="1234440"/>
            <a:ext cx="0" cy="50749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22960" y="1508760"/>
            <a:ext cx="201168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2960" y="1335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registration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34640" y="1892808"/>
            <a:ext cx="21945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834640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2276856"/>
            <a:ext cx="40233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029200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customer + wallet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flipH="1">
            <a:off x="2834640" y="2660904"/>
            <a:ext cx="21945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834640" y="2487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136392"/>
            <a:ext cx="11457432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394960" y="31821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later —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3456432"/>
            <a:ext cx="201168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22960" y="3282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payment / API call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3840480"/>
            <a:ext cx="21945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834640" y="3666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/payments or PIS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224528"/>
            <a:ext cx="201168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029200" y="4050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transaction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 flipH="1">
            <a:off x="5029200" y="4608576"/>
            <a:ext cx="201168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02920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992624"/>
            <a:ext cx="40233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029200" y="48188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ledger entries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 flipH="1">
            <a:off x="2834640" y="5376672"/>
            <a:ext cx="21945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2834640" y="5202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2560" y="5760720"/>
            <a:ext cx="201168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052560" y="5586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aggregation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60807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vertical lines are lifelines; each horizontal arrow is one API call or DB operation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2026-08-17T04:53:33Z</dcterms:created>
  <dcterms:modified xsi:type="dcterms:W3CDTF">2026-08-17T04:53:33Z</dcterms:modified>
</cp:coreProperties>
</file>
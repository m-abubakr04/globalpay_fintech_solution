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• 17 required diagrams • numbered to match the examination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 coverage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ledger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svc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1339596" y="3429000"/>
            <a:ext cx="6812280" cy="685800"/>
          </a:xfrm>
          <a:prstGeom prst="line">
            <a:avLst/>
          </a:prstGeom>
          <a:noFill/>
          <a:ln w="17780">
            <a:solidFill>
              <a:srgbClr val="888888"/>
            </a:solidFill>
            <a:prstDash val="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analytics reports activity; balances remain separate from Module 1 wallets — kept as a separate ledger for audit clarity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Host-to-container topology, trust boundaries and service dependencies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device / web browser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application network / trust boundary — globalpay-net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08076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46404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3192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5596128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27448" y="1600200"/>
            <a:ext cx="5559552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874520" y="2514600"/>
            <a:ext cx="5596128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4727448" y="2514600"/>
            <a:ext cx="5559552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6053328" y="2514600"/>
            <a:ext cx="1417320" cy="251460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it: FK means foreign key and identifies the related table. A user may have a customer or merchant profile. Profiles own wallets. Transactions create ledger entries and may trigger fraud alerts for investigation.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
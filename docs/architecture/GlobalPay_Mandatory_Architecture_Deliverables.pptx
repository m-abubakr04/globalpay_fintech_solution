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8 — Complete Diagram Pack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mandatory diagrams, numbered exactly as listed in the exam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in Stage 1 deck?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ledger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svc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1339596" y="3429000"/>
            <a:ext cx="6812280" cy="685800"/>
          </a:xfrm>
          <a:prstGeom prst="line">
            <a:avLst/>
          </a:prstGeom>
          <a:noFill/>
          <a:ln w="17780">
            <a:solidFill>
              <a:srgbClr val="888888"/>
            </a:solidFill>
            <a:prstDash val="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analytics reports activity; balances remain separate from Module 1 wallets — kept as a separate ledger for audit clarity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compose.yaml — 6 containers on one Docker network (globalpay-net)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(examiner)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 globalpay-net — 9 routers, 5 conceptual modules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6404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-&gt; {Customer, Merchant}; Customer -&gt; {Wallet, Consent, CbdcWallet}; Merchant -&gt; Wallet. Transaction -&gt; {LedgerEntry, FraudAlert -&gt; Investigation}. ModelRegistry and AuditLog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